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NATIONAL LEVEL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06B6D4"/>
                </a:solidFill>
              </a:defRPr>
            </a:pPr>
            <a:r>
              <a:t>CivicFix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AI-Driven Civic Issue Reporting, OpenStreetMap Radar &amp; Municipal SLA Resolution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3165034" cy="964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rPr dirty="0"/>
              <a:t>PRESENTED BY:</a:t>
            </a:r>
          </a:p>
          <a:p>
            <a:pPr>
              <a:spcAft>
                <a:spcPts val="800"/>
              </a:spcAft>
              <a:defRPr sz="2400" b="1">
                <a:solidFill>
                  <a:srgbClr val="F97316"/>
                </a:solidFill>
              </a:defRPr>
            </a:pPr>
            <a:r>
              <a:rPr dirty="0"/>
              <a:t>Team: Black Hat Coders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rPr dirty="0"/>
              <a:t>Domain: </a:t>
            </a:r>
            <a:r>
              <a:rPr lang="en-US" dirty="0"/>
              <a:t>CIVIC INFRASTRUCTURE.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LIVE PRODUCTION DEPLOYMENT:</a:t>
            </a:r>
          </a:p>
          <a:p>
            <a:pPr>
              <a:spcAft>
                <a:spcPts val="800"/>
              </a:spcAft>
              <a:defRPr sz="1800" b="1">
                <a:solidFill>
                  <a:srgbClr val="06B6D4"/>
                </a:solidFill>
              </a:defRPr>
            </a:pPr>
            <a:r>
              <a:t>https://civicfix-2.ai.studio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Cross-Platform: Flutter Web, Android &amp; 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Urban Infrastructure Governance Deficit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640080" cy="45720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Unreported Road &amp; City Hazards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 40% of municipal defects (potholes, open drains, dark streetlights) remain unreported due to friction in traditional civic hotlines and municipal bureaucracy.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603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39312" y="1737360"/>
            <a:ext cx="640080" cy="457200"/>
          </a:xfrm>
          <a:prstGeom prst="roundRect">
            <a:avLst/>
          </a:prstGeom>
          <a:solidFill>
            <a:srgbClr val="F9731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737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No Public SLA Accountability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Citizens file complaints into an administrative 'black hole' with zero transparency, no tracking metrics, and no recourse when resolution deadlines are breached.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54480"/>
            <a:ext cx="25603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64224" y="1737360"/>
            <a:ext cx="640080" cy="45720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1737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Duplicate Spam &amp; Data Clutter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Municipal departments waste 35% of manual labor triage time reviewing hundreds of duplicate tickets filed for the exact same pothole or broken water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554480"/>
            <a:ext cx="25603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89136" y="1737360"/>
            <a:ext cx="640080" cy="45720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9136" y="1737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37744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Prohibitive Proprietary Map Costs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Most civic platforms depend on expensive Google Maps APIs ($7/1,000 requests), making large-scale public rollout financially unviable for municipal councils.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CivicFix Solution: Smart Citizen-Govt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3047695" cy="41148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Image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Instant machine-learning validation filters non-hazard photos and assigns a 94% confidence score before database commit.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3047695" cy="41148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OpenStreetMap Live Radar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Zero-cost open-source mapping engine rendering interactive defect markers and geospatial pin pickers.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047695" cy="411480"/>
          </a:xfrm>
          <a:prstGeom prst="roundRect">
            <a:avLst/>
          </a:prstGeom>
          <a:solidFill>
            <a:srgbClr val="F9731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73736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50m Auto Geo-Deduplication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Autonomous spatial algorithm merges overlapping citizen reports within 50m into a single high-priority ticket.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3047695" cy="41148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72-Hour SLA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Automatic countdown clock alerts Ward Officers. Citizens can book direct physical grievance hearings upon breach.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0" y="4114800"/>
            <a:ext cx="3047695" cy="41148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11480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Citizen Reputation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Civic XP (+15 XP per report), Citizen Rank tiers, and Community Leaderboard reward active civic stewardship.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31920"/>
            <a:ext cx="34134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0" y="4114800"/>
            <a:ext cx="3047695" cy="41148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3047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Unified Officer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17720"/>
            <a:ext cx="3047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Real-time municipal dashboard for ticket triage, field team dispatch, and status lifecycle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1. PRESENTATION LAYER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Flutter (Web &amp; Mobile SDK)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Material Design 3 Theme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Geolocator GPS Provider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OpenStreetMap Tile Layer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Image Picker &amp; Compressor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Reactive AuthGate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554480"/>
            <a:ext cx="329184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235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97316"/>
                </a:solidFill>
              </a:defRPr>
            </a:pPr>
            <a:r>
              <a:t>2. PROCESSING &amp; AI LAYER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AI Image Verification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Spatial Deduplication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SLA Violation Monitor (72h)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Gamification XP Calculator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Role-Based Access Controller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Hearing Slot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554480"/>
            <a:ext cx="329184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1215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2C55E"/>
                </a:solidFill>
              </a:defRPr>
            </a:pPr>
            <a:r>
              <a:t>3. BACKEND &amp; DATA LAYER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Supabase PostgreSQL (Cloud DB)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Row Level Security (RLS)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Supabase JWT Authentication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CDN Cloud Storage (issue_images)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check_and_create_issue RPC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- PostGIS / Spatial Indexes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Operational Flowchart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141732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1. Spot Hazard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Citizen identifies civic defect (pothole, garbage, streetlight)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2011680"/>
            <a:ext cx="1417320" cy="36576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2. AI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Photo analyzed in real-time; 94% hazard confidence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840" y="2011680"/>
            <a:ext cx="1417320" cy="365760"/>
          </a:xfrm>
          <a:prstGeom prst="roundRect">
            <a:avLst/>
          </a:prstGeom>
          <a:solidFill>
            <a:srgbClr val="F9731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3. Geo-Deduplication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PostgreSQL checks 50m radius. Merges duplicates or creates ticket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1417320" cy="36576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4. Admin Triage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Officer assigns field crew via Admin Portal. Status: 'in_progress'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2011680"/>
            <a:ext cx="1417320" cy="365760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5. SLA Escalation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If unresolved in 72h, citizen books formal Ward Officer hearing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828800"/>
            <a:ext cx="1691640" cy="40233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84080" y="2011680"/>
            <a:ext cx="1417320" cy="36576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20116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468880"/>
            <a:ext cx="1417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6. Resolution &amp; XP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Field team resolves issue. Citizen receives +15 Reputation XP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Innovations &amp; Code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4173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Smart Spatial Deduplication Algorithm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663440" cy="32004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2E8F0"/>
                </a:solidFill>
              </a:defRPr>
            </a:pPr>
            <a:r>
              <a:t>supabase.rpc('check_and_create_issue', params: { ...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Executes server-side haversine distance matching against existing active reports. Automatically merges close-proximity duplicate submissions, upvotes the parent issue counter, and rewards the citizen with XP without database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728655" cy="14173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Automated SLA Violation &amp; Escalation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246120"/>
            <a:ext cx="4663440" cy="32004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2E8F0"/>
                </a:solidFill>
              </a:defRPr>
            </a:pPr>
            <a:r>
              <a:t>bool isSlaBreached = elapsed.inHours &gt; 72 &amp;&amp; status != 'resolved';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Dynamic time-delta calculation continuously computes ticket age. When municipal crews breach the 72h window, the UI dynamically exposes an escalation modal enabling citizens to book legal hearing slots directly into officer_appointments.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Zero-Cost OpenStreetMap Geospatial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846320"/>
            <a:ext cx="4663440" cy="32004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2E8F0"/>
                </a:solidFill>
              </a:defRPr>
            </a:pPr>
            <a:r>
              <a:t>FlutterMap(options: MapOptions(...), children: [TileLayer(...), MarkerLayer(...)])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Eliminates reliance on costly commercial map APIs by leveraging OpenStreetMap raster tiles with low-latency client-side caching. Supports pinpoint coordinate picking and live radar monitoring across city sectors.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Feasibility, Security &amp; Performance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422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DEPLOYMENT STATUS</a:t>
            </a:r>
          </a:p>
          <a:p>
            <a:pPr>
              <a:spcAft>
                <a:spcPts val="600"/>
              </a:spcAft>
              <a:defRPr sz="2200" b="1">
                <a:solidFill>
                  <a:srgbClr val="22C55E"/>
                </a:solidFill>
              </a:defRPr>
            </a:pPr>
            <a:r>
              <a:t>100% Production Ready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Live on Google AI Studio Cloud at https://civicfix-2.ai.studio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422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MAP COST OVERHEAD</a:t>
            </a:r>
          </a:p>
          <a:p>
            <a:pPr>
              <a:spcAft>
                <a:spcPts val="600"/>
              </a:spcAft>
              <a:defRPr sz="2200" b="1">
                <a:solidFill>
                  <a:srgbClr val="06B6D4"/>
                </a:solidFill>
              </a:defRPr>
            </a:pPr>
            <a:r>
              <a:t>$0.00 / Month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OpenStreetMap integration eliminates Google Maps API billing entirely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IMAGE COMPRESSION</a:t>
            </a:r>
          </a:p>
          <a:p>
            <a:pPr>
              <a:spcAft>
                <a:spcPts val="600"/>
              </a:spcAft>
              <a:defRPr sz="2200" b="1">
                <a:solidFill>
                  <a:srgbClr val="F97316"/>
                </a:solidFill>
              </a:defRPr>
            </a:pPr>
            <a:r>
              <a:t>70% Bandwidth Saved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Client-side image quantization guarantees sub-second uploads over 4G/5G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6936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DATA SECURITY</a:t>
            </a:r>
          </a:p>
          <a:p>
            <a:pPr>
              <a:spcAft>
                <a:spcPts val="600"/>
              </a:spcAft>
              <a:defRPr sz="2200" b="1">
                <a:solidFill>
                  <a:srgbClr val="2563EB"/>
                </a:solidFill>
              </a:defRPr>
            </a:pPr>
            <a:r>
              <a:t>Enterprise Row-Level Security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PostgreSQL RLS isolates municipal admin rights from citizen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97316"/>
                </a:solidFill>
              </a:defRPr>
            </a:pPr>
            <a:r>
              <a:t>NATIONAL HACKATHON 2026  |  TEAM: BLACK HAT 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Scalability, Business Model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3108960" cy="45720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1: Present (Hackathon MVP)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Key Deliverables: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Live Web &amp; Mobile Flutter deployment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Supabase cloud database with RLS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AI verification &amp; OpenStreetMap radar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- 72h SLA breach tracking &amp; appointments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747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3712" y="1737360"/>
            <a:ext cx="3108960" cy="457200"/>
          </a:xfrm>
          <a:prstGeom prst="roundRect">
            <a:avLst/>
          </a:prstGeom>
          <a:solidFill>
            <a:srgbClr val="F97316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2: Municipal Rollout (Q4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Key Deliverables: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WhatsApp &amp; SMS reporting chatbot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Computer Vision edge models (YOLOv10)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Automated push notifications &amp; worker app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Department-level KPI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554480"/>
            <a:ext cx="3474720" cy="45720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93023" y="1737360"/>
            <a:ext cx="3108960" cy="45720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3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3: Nationwide Smart Cities (2027)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Key Deliverables: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Smart City Command Center API integration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Predictive road degradation heatmaps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Blockchain audit trails for municipal tenders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- Citizen tax rebate incentives for XP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</a:defRPr>
            </a:pPr>
            <a:r>
              <a:rPr dirty="0" err="1"/>
              <a:t>CivicFix</a:t>
            </a:r>
            <a:endParaRPr dirty="0"/>
          </a:p>
          <a:p>
            <a:pPr algn="ctr"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Empowering Citizens • Accelerating Governance • Smarter Cities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F97316"/>
                </a:solidFill>
              </a:defRPr>
            </a:pPr>
            <a:r>
              <a:rPr dirty="0"/>
              <a:t>TEAM: BLACK HAT CODERS</a:t>
            </a:r>
          </a:p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Live Web App: https://civicfix-2.ai.studio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969</Words>
  <Application>Microsoft Office PowerPoint</Application>
  <PresentationFormat>Widescreen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Saikat Koner</cp:lastModifiedBy>
  <cp:revision>3</cp:revision>
  <dcterms:created xsi:type="dcterms:W3CDTF">2013-01-27T09:14:16Z</dcterms:created>
  <dcterms:modified xsi:type="dcterms:W3CDTF">2026-09-11T21:16:52Z</dcterms:modified>
  <cp:category/>
</cp:coreProperties>
</file>